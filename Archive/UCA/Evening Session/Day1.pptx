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urav Gautam" userId="9f21d778bfbf6c91" providerId="LiveId" clId="{430C8C22-9980-4BD5-90F4-393F18621950}"/>
    <pc:docChg chg="addSld delSld modSld">
      <pc:chgData name="Apurav Gautam" userId="9f21d778bfbf6c91" providerId="LiveId" clId="{430C8C22-9980-4BD5-90F4-393F18621950}" dt="2025-07-15T13:57:19.415" v="14" actId="1076"/>
      <pc:docMkLst>
        <pc:docMk/>
      </pc:docMkLst>
      <pc:sldChg chg="del">
        <pc:chgData name="Apurav Gautam" userId="9f21d778bfbf6c91" providerId="LiveId" clId="{430C8C22-9980-4BD5-90F4-393F18621950}" dt="2025-07-15T03:16:17.902" v="0" actId="47"/>
        <pc:sldMkLst>
          <pc:docMk/>
          <pc:sldMk cId="2250417662" sldId="256"/>
        </pc:sldMkLst>
      </pc:sldChg>
      <pc:sldChg chg="modSp mod">
        <pc:chgData name="Apurav Gautam" userId="9f21d778bfbf6c91" providerId="LiveId" clId="{430C8C22-9980-4BD5-90F4-393F18621950}" dt="2025-07-15T03:19:00.236" v="1" actId="20577"/>
        <pc:sldMkLst>
          <pc:docMk/>
          <pc:sldMk cId="1264041202" sldId="257"/>
        </pc:sldMkLst>
        <pc:spChg chg="mod">
          <ac:chgData name="Apurav Gautam" userId="9f21d778bfbf6c91" providerId="LiveId" clId="{430C8C22-9980-4BD5-90F4-393F18621950}" dt="2025-07-15T03:19:00.236" v="1" actId="20577"/>
          <ac:spMkLst>
            <pc:docMk/>
            <pc:sldMk cId="1264041202" sldId="257"/>
            <ac:spMk id="10" creationId="{2232AA8E-F493-2B9D-D575-A51BC07D3062}"/>
          </ac:spMkLst>
        </pc:spChg>
      </pc:sldChg>
      <pc:sldChg chg="modSp mod">
        <pc:chgData name="Apurav Gautam" userId="9f21d778bfbf6c91" providerId="LiveId" clId="{430C8C22-9980-4BD5-90F4-393F18621950}" dt="2025-07-15T03:21:40.295" v="11" actId="20577"/>
        <pc:sldMkLst>
          <pc:docMk/>
          <pc:sldMk cId="3435273400" sldId="262"/>
        </pc:sldMkLst>
        <pc:spChg chg="mod">
          <ac:chgData name="Apurav Gautam" userId="9f21d778bfbf6c91" providerId="LiveId" clId="{430C8C22-9980-4BD5-90F4-393F18621950}" dt="2025-07-15T03:21:18.450" v="10" actId="20577"/>
          <ac:spMkLst>
            <pc:docMk/>
            <pc:sldMk cId="3435273400" sldId="262"/>
            <ac:spMk id="3" creationId="{A07742D9-A444-7C38-1E84-4A4C4513EAC7}"/>
          </ac:spMkLst>
        </pc:spChg>
        <pc:spChg chg="mod">
          <ac:chgData name="Apurav Gautam" userId="9f21d778bfbf6c91" providerId="LiveId" clId="{430C8C22-9980-4BD5-90F4-393F18621950}" dt="2025-07-15T03:21:40.295" v="11" actId="20577"/>
          <ac:spMkLst>
            <pc:docMk/>
            <pc:sldMk cId="3435273400" sldId="262"/>
            <ac:spMk id="4" creationId="{7ABD5126-9393-3EE9-10AE-A434034EED57}"/>
          </ac:spMkLst>
        </pc:spChg>
      </pc:sldChg>
      <pc:sldChg chg="addSp modSp new mod">
        <pc:chgData name="Apurav Gautam" userId="9f21d778bfbf6c91" providerId="LiveId" clId="{430C8C22-9980-4BD5-90F4-393F18621950}" dt="2025-07-15T13:57:19.415" v="14" actId="1076"/>
        <pc:sldMkLst>
          <pc:docMk/>
          <pc:sldMk cId="3288463343" sldId="263"/>
        </pc:sldMkLst>
        <pc:picChg chg="add mod">
          <ac:chgData name="Apurav Gautam" userId="9f21d778bfbf6c91" providerId="LiveId" clId="{430C8C22-9980-4BD5-90F4-393F18621950}" dt="2025-07-15T13:57:19.415" v="14" actId="1076"/>
          <ac:picMkLst>
            <pc:docMk/>
            <pc:sldMk cId="3288463343" sldId="263"/>
            <ac:picMk id="3" creationId="{8157B6B9-743E-7264-E7A9-1C7885AF918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7CD5-E083-E79F-B648-2B8834537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5322F-D5F2-22E1-83BD-5E32EEAE4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9A431-2777-7B7E-BBDA-433AD024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9532D-0E22-9852-B82C-7B3B3DFD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CD789-E074-5DBE-89A0-9B784BB2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29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B766-FD1F-9475-FC24-9E3DC707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C95A0-8302-336B-4C93-8DE944D3E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0D5CE-2B39-314A-EFE4-BD14371A2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89F95-EFAF-FC13-48D4-59493FAE1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22695-BFCD-5B67-5B2D-5833A137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434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D2D7-D234-D9BC-4C3D-40083759B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ECB0D-845C-3AD5-454A-50D74715E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7DC7A-48F0-916C-AA1E-FAC53D3A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1231A-234A-5172-BFAB-AC8A663B3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FBB89-955D-9F97-1F49-A062259B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55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EDD2-9534-25E2-766B-184AAC5A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944F7-108F-9B84-799B-9C0E8F55D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1479E-3CCB-A3FF-8A28-759F72B82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4FE1D-12AC-1AB3-7D8E-8B7B18BF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9F7D1-5EA1-F1F2-0E7B-1FB0343E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40439-274C-7A83-A80D-355DCDD8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35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45E0-D06C-5BDF-F3F8-A73FBE44A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8911E-E7F9-C06E-CC4E-2560D1332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0279C-248D-16AF-60FD-A8C4BE75F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8794B5-EDC1-F9C7-D436-6278A8E9A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F506BB-5668-A773-6EE9-C9BD3D35E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DD4B5-4AFA-5C8B-626E-2B7FACF35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08401-D416-8295-F6D0-96A7766B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92984-8506-35AA-D910-FC0352684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975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42204-AC8A-195F-26F3-808925E4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3C4DD-B84C-754D-301C-EE42B12B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2832C-F4B9-820C-B1D7-12750CAD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7EAB2-196C-FC2C-CD69-AADBE0C8D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51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4FF4F7-0D63-5DB1-687B-7E824A07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7CA372-4810-ACC7-3D7F-48F4D800A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69A71-383E-1F06-B392-EE1FD011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547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387A5-1691-4B99-70CC-6300D299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F95E9-3E45-AF94-43F2-EABE87713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1607D-555E-7798-1468-CC05B02F9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781D8-3A1B-4756-103A-AE0F76F83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C0D4D-2EBA-ABD2-59FB-B261E48B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0111C-D77D-8C17-B9DF-A52D7549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67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33ECD-C95F-0898-ACA0-9AC079B0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31646-14B8-7A17-EFCD-B6C09530CC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16A06-FBEA-F119-D508-7C821BF1C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CDC5F-497B-A069-0BEE-455D7C186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0E093-4205-2AEA-0952-C507B9CF1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EC4AF-D569-2F08-CE4D-A915B5C3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42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B3A0-AAC0-D6A8-44C4-1411F9B5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61843-8131-E04C-0DDE-9796748A6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2228B-0659-F9F2-CDB4-66BA4B91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03AAC-BB32-1CE1-19E6-D90128B7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876F5-C73C-03D8-B69D-47D1D847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94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C54E59-1705-E68F-2ED5-F0C2FE48F3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62475-48C9-EDC6-AED3-BECC6EE3C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0747B-19C8-F374-5E59-C4259D22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5A0DC-CD4E-9F05-E44C-4266F4EE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7A860-AA6E-55BA-432E-E37ECCB5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542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11C4C-D245-7B02-FB61-6B43F915A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76B88-ECB2-D0DD-0ED2-6DB4675EC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641AD-3813-2854-95FF-E885504ED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F8E30-143A-4270-A7AF-BEAA271079C5}" type="datetimeFigureOut">
              <a:rPr lang="en-IN" smtClean="0"/>
              <a:t>15-07-2025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155D0-1A95-FD4A-E309-17ADE83F4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0EE02-CDC9-314E-21CF-3E757B7D6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5B8DF-366E-4EB8-9F6E-71251D0A44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29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62978C-16E1-357E-A5F4-A48C239C7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73" y="84002"/>
            <a:ext cx="7315200" cy="4076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707823-EB0B-474E-698B-7F5BA57C434E}"/>
              </a:ext>
            </a:extLst>
          </p:cNvPr>
          <p:cNvSpPr txBox="1"/>
          <p:nvPr/>
        </p:nvSpPr>
        <p:spPr>
          <a:xfrm>
            <a:off x="1155940" y="3683479"/>
            <a:ext cx="1216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Cleared Amazon </a:t>
            </a:r>
          </a:p>
          <a:p>
            <a:r>
              <a:rPr lang="en-US"/>
              <a:t>clearedSSE team lead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C3DF4-F991-E815-B4AB-44ADC7ADC715}"/>
              </a:ext>
            </a:extLst>
          </p:cNvPr>
          <p:cNvSpPr txBox="1"/>
          <p:nvPr/>
        </p:nvSpPr>
        <p:spPr>
          <a:xfrm>
            <a:off x="2372265" y="750498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Web dev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9393A-A8CE-82DF-392E-8A59CC17F05A}"/>
              </a:ext>
            </a:extLst>
          </p:cNvPr>
          <p:cNvSpPr txBox="1"/>
          <p:nvPr/>
        </p:nvSpPr>
        <p:spPr>
          <a:xfrm>
            <a:off x="2467155" y="3815793"/>
            <a:ext cx="1293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Based in chandigarh , panchkula</a:t>
            </a: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148FB-BEC2-AEE8-67E0-5FA2688F40F6}"/>
              </a:ext>
            </a:extLst>
          </p:cNvPr>
          <p:cNvSpPr txBox="1"/>
          <p:nvPr/>
        </p:nvSpPr>
        <p:spPr>
          <a:xfrm>
            <a:off x="4106173" y="3698952"/>
            <a:ext cx="10534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Designed</a:t>
            </a:r>
          </a:p>
          <a:p>
            <a:r>
              <a:rPr lang="en-US"/>
              <a:t>various</a:t>
            </a:r>
          </a:p>
          <a:p>
            <a:r>
              <a:rPr lang="en-US"/>
              <a:t>System</a:t>
            </a:r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704F2-3710-5020-C453-21177241D229}"/>
              </a:ext>
            </a:extLst>
          </p:cNvPr>
          <p:cNvSpPr txBox="1"/>
          <p:nvPr/>
        </p:nvSpPr>
        <p:spPr>
          <a:xfrm>
            <a:off x="4216935" y="4804913"/>
            <a:ext cx="1034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DSA + SD</a:t>
            </a:r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C200AE-0085-06DD-D4F5-C2CE17D8C197}"/>
              </a:ext>
            </a:extLst>
          </p:cNvPr>
          <p:cNvSpPr txBox="1"/>
          <p:nvPr/>
        </p:nvSpPr>
        <p:spPr>
          <a:xfrm>
            <a:off x="1203901" y="4989579"/>
            <a:ext cx="1034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DSA + SD</a:t>
            </a: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32AA8E-F493-2B9D-D575-A51BC07D3062}"/>
              </a:ext>
            </a:extLst>
          </p:cNvPr>
          <p:cNvSpPr txBox="1"/>
          <p:nvPr/>
        </p:nvSpPr>
        <p:spPr>
          <a:xfrm>
            <a:off x="5605787" y="3973916"/>
            <a:ext cx="33472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12-14 Yrs Infosys</a:t>
            </a:r>
          </a:p>
          <a:p>
            <a:r>
              <a:rPr lang="en-US"/>
              <a:t>joined Google in 2016</a:t>
            </a:r>
          </a:p>
          <a:p>
            <a:r>
              <a:rPr lang="en-US"/>
              <a:t>Role- Mobile consultant</a:t>
            </a:r>
          </a:p>
          <a:p>
            <a:r>
              <a:rPr lang="en-US"/>
              <a:t>Developing softwares</a:t>
            </a:r>
          </a:p>
          <a:p>
            <a:r>
              <a:rPr lang="en-US"/>
              <a:t>that are used in data center</a:t>
            </a:r>
          </a:p>
          <a:p>
            <a:r>
              <a:rPr lang="en-US"/>
              <a:t>at Google, Google Cloud, Youtube</a:t>
            </a:r>
          </a:p>
          <a:p>
            <a:r>
              <a:rPr lang="en-US"/>
              <a:t>are their clients or stakeholder.</a:t>
            </a:r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CD5621-9179-D864-F686-278C373CF174}"/>
              </a:ext>
            </a:extLst>
          </p:cNvPr>
          <p:cNvSpPr txBox="1"/>
          <p:nvPr/>
        </p:nvSpPr>
        <p:spPr>
          <a:xfrm>
            <a:off x="4216935" y="668093"/>
            <a:ext cx="2386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Part UCA since 12 years</a:t>
            </a: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C3170A-D5BA-DBBE-7773-20F23458827F}"/>
              </a:ext>
            </a:extLst>
          </p:cNvPr>
          <p:cNvSpPr txBox="1"/>
          <p:nvPr/>
        </p:nvSpPr>
        <p:spPr>
          <a:xfrm>
            <a:off x="5900468" y="6349042"/>
            <a:ext cx="517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Will come to India on 19 , might come on Mon or Tue</a:t>
            </a:r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577D3-4579-B086-4A31-CB7D30BC10E4}"/>
              </a:ext>
            </a:extLst>
          </p:cNvPr>
          <p:cNvSpPr txBox="1"/>
          <p:nvPr/>
        </p:nvSpPr>
        <p:spPr>
          <a:xfrm>
            <a:off x="5713476" y="2414355"/>
            <a:ext cx="1565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Student at PEC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041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C8336-F329-A482-C3B7-8EE56435F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4" y="607506"/>
            <a:ext cx="8436634" cy="4597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8AED39-3229-B7D8-6B9A-12FD141CC87A}"/>
              </a:ext>
            </a:extLst>
          </p:cNvPr>
          <p:cNvSpPr txBox="1"/>
          <p:nvPr/>
        </p:nvSpPr>
        <p:spPr>
          <a:xfrm>
            <a:off x="112144" y="0"/>
            <a:ext cx="2489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Focus On Basics</a:t>
            </a:r>
            <a:endParaRPr lang="en-IN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ABC06-F045-2515-B999-EBA70FDF7F42}"/>
              </a:ext>
            </a:extLst>
          </p:cNvPr>
          <p:cNvSpPr txBox="1"/>
          <p:nvPr/>
        </p:nvSpPr>
        <p:spPr>
          <a:xfrm>
            <a:off x="526211" y="5736566"/>
            <a:ext cx="5842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At Google , they interview prospective people, strong basics </a:t>
            </a:r>
          </a:p>
          <a:p>
            <a:r>
              <a:rPr lang="en-US"/>
              <a:t>Placement season starts at Oct- Sept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B2FFBA-A089-3763-6939-10FD0CE1B1C6}"/>
              </a:ext>
            </a:extLst>
          </p:cNvPr>
          <p:cNvSpPr txBox="1"/>
          <p:nvPr/>
        </p:nvSpPr>
        <p:spPr>
          <a:xfrm>
            <a:off x="526211" y="6382897"/>
            <a:ext cx="7225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Consultant roles don’t have good work life balance although they pay more.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55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9FD51C-9750-3C0C-1301-1A648B162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476"/>
            <a:ext cx="10541479" cy="43670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9E1DC3-3097-0F6E-B96C-4033CC8946FB}"/>
              </a:ext>
            </a:extLst>
          </p:cNvPr>
          <p:cNvSpPr txBox="1"/>
          <p:nvPr/>
        </p:nvSpPr>
        <p:spPr>
          <a:xfrm>
            <a:off x="224287" y="4891177"/>
            <a:ext cx="2977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Don’t cram but ask questions.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28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04E3E5-5DC4-3AFD-BBC4-9AB0DE1B7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856545" cy="46356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07B300-04F8-A8AB-B89D-8CC692950459}"/>
              </a:ext>
            </a:extLst>
          </p:cNvPr>
          <p:cNvSpPr txBox="1"/>
          <p:nvPr/>
        </p:nvSpPr>
        <p:spPr>
          <a:xfrm>
            <a:off x="1155940" y="4856672"/>
            <a:ext cx="3095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Plan your day</a:t>
            </a:r>
          </a:p>
          <a:p>
            <a:r>
              <a:rPr lang="en-US"/>
              <a:t>Try to find fun in all the stuggle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8DE0D4-BA54-C1C3-AD32-F35A5AF1E39B}"/>
              </a:ext>
            </a:extLst>
          </p:cNvPr>
          <p:cNvSpPr txBox="1"/>
          <p:nvPr/>
        </p:nvSpPr>
        <p:spPr>
          <a:xfrm>
            <a:off x="1155940" y="5633049"/>
            <a:ext cx="4711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Execution without planning will lead to burnout.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54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F48F20-EEF7-B225-E7BF-0D5612AFE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35"/>
            <a:ext cx="7082287" cy="3905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A71BD5-68BB-1A89-8785-FBBE3F3CF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54" y="3894696"/>
            <a:ext cx="7082288" cy="289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5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077FDA-30A3-A44B-CF1C-43D4318BC809}"/>
              </a:ext>
            </a:extLst>
          </p:cNvPr>
          <p:cNvSpPr txBox="1"/>
          <p:nvPr/>
        </p:nvSpPr>
        <p:spPr>
          <a:xfrm>
            <a:off x="1035170" y="603849"/>
            <a:ext cx="6515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 UCA , we have unstructured learning.</a:t>
            </a:r>
          </a:p>
          <a:p>
            <a:r>
              <a:rPr lang="en-US"/>
              <a:t>Build your basics strong so that language , platforms doesn’t matter.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742D9-A444-7C38-1E84-4A4C4513EAC7}"/>
              </a:ext>
            </a:extLst>
          </p:cNvPr>
          <p:cNvSpPr txBox="1"/>
          <p:nvPr/>
        </p:nvSpPr>
        <p:spPr>
          <a:xfrm>
            <a:off x="1035170" y="1250180"/>
            <a:ext cx="5838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 Industry learn about Company Architecture , technologies</a:t>
            </a:r>
          </a:p>
          <a:p>
            <a:r>
              <a:rPr lang="en-US"/>
              <a:t>CN,OS and DBMS is one subject  an engineer must learn. 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D5126-9393-3EE9-10AE-A434034EED57}"/>
              </a:ext>
            </a:extLst>
          </p:cNvPr>
          <p:cNvSpPr txBox="1"/>
          <p:nvPr/>
        </p:nvSpPr>
        <p:spPr>
          <a:xfrm>
            <a:off x="948906" y="1896511"/>
            <a:ext cx="109029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There was a student in UCA who was very bad at Communcation but proficient in Coding still reached Google (US) </a:t>
            </a:r>
          </a:p>
          <a:p>
            <a:r>
              <a:rPr lang="en-US"/>
              <a:t>from 4.5 lakh package to Microsoft to Google</a:t>
            </a:r>
            <a:r>
              <a:rPr lang="en-IN"/>
              <a:t>.</a:t>
            </a:r>
          </a:p>
          <a:p>
            <a:r>
              <a:rPr lang="en-IN"/>
              <a:t>Off campus is much tougher as you to compete all over India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73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57B6B9-743E-7264-E7A9-1C7885AF9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777"/>
            <a:ext cx="12192000" cy="543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63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214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Apurav Gautam</dc:creator>
  <cp:lastModifiedBy>Apurav Gautam</cp:lastModifiedBy>
  <cp:revision>1</cp:revision>
  <dcterms:created xsi:type="dcterms:W3CDTF">2025-07-14T15:10:56Z</dcterms:created>
  <dcterms:modified xsi:type="dcterms:W3CDTF">2025-07-15T13:57:20Z</dcterms:modified>
</cp:coreProperties>
</file>